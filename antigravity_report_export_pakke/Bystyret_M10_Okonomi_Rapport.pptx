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2855"/>
                </a:solidFill>
              </a:defRPr>
            </a:pPr>
            <a:r>
              <a:t>Økonomisk Månedsrapport M10 — Oktober 2026</a:t>
            </a:r>
          </a:p>
          <a:p>
            <a:pPr>
              <a:spcBef>
                <a:spcPts val="1000"/>
              </a:spcBef>
              <a:defRPr sz="2000">
                <a:solidFill>
                  <a:srgbClr val="0072CE"/>
                </a:solidFill>
              </a:defRPr>
            </a:pPr>
            <a:r>
              <a:t>Saksfremlegg til Bystyret og Formannskapet | Kristiansand kommune</a:t>
            </a:r>
          </a:p>
          <a:p>
            <a:pPr>
              <a:spcBef>
                <a:spcPts val="3000"/>
              </a:spcBef>
              <a:defRPr sz="1200">
                <a:solidFill>
                  <a:srgbClr val="64748B"/>
                </a:solidFill>
              </a:defRPr>
            </a:pPr>
            <a:r>
              <a:t>Generert av Antigravity Control Hub: 2026-10-17 | SHA-256 Audit: 378BFA82B8E71A1D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5"/>
                </a:solidFill>
              </a:defRPr>
            </a:pPr>
            <a:r>
              <a:t>🏛️ Top 3 Finansielle KPIs — Kristiansand kommune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Netto Driftsresultat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1.25%</a:t>
            </a:r>
          </a:p>
          <a:p>
            <a:pPr algn="ctr"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Mål: ≥ 1,00%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02855"/>
                </a:solidFill>
              </a:defRPr>
            </a:pPr>
            <a:r>
              <a:t>Status: Mål oppfylt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Disposisjonsfond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4.35%</a:t>
            </a:r>
          </a:p>
          <a:p>
            <a:pPr algn="ctr"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Mål: ≥ 4,00%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02855"/>
                </a:solidFill>
              </a:defRPr>
            </a:pPr>
            <a:r>
              <a:t>Buffer: 460 mill. kr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F1F5F9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2855"/>
                </a:solidFill>
              </a:defRPr>
            </a:pPr>
            <a:r>
              <a:t>Netto Lånegjeld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0B981"/>
                </a:solidFill>
              </a:defRPr>
            </a:pPr>
            <a:r>
              <a:t>76.8%</a:t>
            </a:r>
          </a:p>
          <a:p>
            <a:pPr algn="ctr">
              <a:spcBef>
                <a:spcPts val="1000"/>
              </a:spcBef>
              <a:defRPr sz="1400">
                <a:solidFill>
                  <a:srgbClr val="475569"/>
                </a:solidFill>
              </a:defRPr>
            </a:pPr>
            <a:r>
              <a:t>Lånetak: ≤ 8,8 mrd. kr</a:t>
            </a:r>
          </a:p>
          <a:p>
            <a:pPr algn="ctr">
              <a:spcBef>
                <a:spcPts val="1500"/>
              </a:spcBef>
              <a:defRPr sz="1200">
                <a:solidFill>
                  <a:srgbClr val="002855"/>
                </a:solidFill>
              </a:defRPr>
            </a:pPr>
            <a:r>
              <a:t>Status: Under gjeldsgrense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